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6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3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1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6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4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8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4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2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807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02390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74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5422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34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85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39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1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California Housing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Regression | Machine Learning | </a:t>
            </a:r>
            <a:r>
              <a:rPr dirty="0" err="1"/>
              <a:t>Streamlit</a:t>
            </a:r>
            <a:r>
              <a:rPr dirty="0"/>
              <a:t> Deployment</a:t>
            </a:r>
            <a:endParaRPr lang="en-IN" dirty="0"/>
          </a:p>
          <a:p>
            <a:r>
              <a:rPr lang="en-IN" dirty="0"/>
              <a:t>Prepared by: Rahul </a:t>
            </a:r>
            <a:r>
              <a:rPr lang="en-IN" dirty="0" err="1"/>
              <a:t>Gottemukkula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Objective: Predict median house value.</a:t>
            </a:r>
          </a:p>
          <a:p>
            <a:pPr>
              <a:defRPr sz="2200"/>
            </a:pPr>
            <a:r>
              <a:t>• Performed EDA and feature engineering.</a:t>
            </a:r>
          </a:p>
          <a:p>
            <a:pPr>
              <a:defRPr sz="2200"/>
            </a:pPr>
            <a:r>
              <a:t>• Compared multiple regression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California Housing dataset.</a:t>
            </a:r>
          </a:p>
          <a:p>
            <a:pPr>
              <a:defRPr sz="2200"/>
            </a:pPr>
            <a:r>
              <a:t>• Numerical + categorical features.</a:t>
            </a:r>
          </a:p>
          <a:p>
            <a:pPr>
              <a:defRPr sz="2200"/>
            </a:pPr>
            <a:r>
              <a:t>• Target: Median House Value.</a:t>
            </a:r>
          </a:p>
          <a:p>
            <a:pPr>
              <a:defRPr sz="2200"/>
            </a:pPr>
            <a:r>
              <a:t>• Engineered features: rooms_per_household, bedrooms_per_room, population_per_household.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Missing value handling.</a:t>
            </a:r>
          </a:p>
          <a:p>
            <a:pPr>
              <a:defRPr sz="2200"/>
            </a:pPr>
            <a:r>
              <a:t>• Feature engineering.</a:t>
            </a:r>
          </a:p>
          <a:p>
            <a:pPr>
              <a:defRPr sz="2200"/>
            </a:pPr>
            <a:r>
              <a:t>• Standard scaling.</a:t>
            </a:r>
          </a:p>
          <a:p>
            <a:pPr>
              <a:defRPr sz="2200"/>
            </a:pPr>
            <a:r>
              <a:t>• Categorical encoding for ocean_proximity.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Trained Linear, Ridge, Lasso, Decision Tree, Random Forest, XGBoost (best).</a:t>
            </a:r>
          </a:p>
          <a:p>
            <a:pPr>
              <a:defRPr sz="2200"/>
            </a:pPr>
            <a:r>
              <a:t>• Compared using R², MAE, RMSE.</a:t>
            </a:r>
          </a:p>
          <a:p>
            <a:pPr>
              <a:defRPr sz="2200"/>
            </a:pPr>
            <a:r>
              <a:t>• Selected highest-performing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 &amp; Pickling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Saved best model as california_model.pkl.</a:t>
            </a:r>
          </a:p>
          <a:p>
            <a:pPr>
              <a:defRPr sz="2200"/>
            </a:pPr>
            <a:r>
              <a:t>• Saved scaler.pkl and encoder.pkl.</a:t>
            </a:r>
          </a:p>
          <a:p>
            <a:pPr>
              <a:defRPr sz="2200"/>
            </a:pPr>
            <a:r>
              <a:t>• Enables fast deployment without retraining.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Developed Streamlit application.</a:t>
            </a:r>
          </a:p>
          <a:p>
            <a:pPr>
              <a:defRPr sz="2200"/>
            </a:pPr>
            <a:r>
              <a:t>• Users enter house features.</a:t>
            </a:r>
          </a:p>
          <a:p>
            <a:pPr>
              <a:defRPr sz="2200"/>
            </a:pPr>
            <a:r>
              <a:t>• App preprocesses inputs, loads pickle files, predicts house price.</a:t>
            </a:r>
          </a:p>
          <a:p>
            <a:pPr>
              <a:defRPr sz="2200"/>
            </a:pPr>
            <a:r>
              <a:t>• Includes engineered features and encoded ocean proximity.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End-to-end ML workflow completed.</a:t>
            </a:r>
          </a:p>
          <a:p>
            <a:pPr>
              <a:defRPr sz="2200"/>
            </a:pPr>
            <a:r>
              <a:t>• Model deployment using Streamlit.</a:t>
            </a:r>
          </a:p>
          <a:p>
            <a:pPr>
              <a:defRPr sz="2200"/>
            </a:pPr>
            <a:r>
              <a:t>• Future work: Hyperparameter tuning, cloud deployment, API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</TotalTime>
  <Words>238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California Housing Price Prediction</vt:lpstr>
      <vt:lpstr>Project Overview</vt:lpstr>
      <vt:lpstr>Dataset &amp; Features</vt:lpstr>
      <vt:lpstr>Data Preprocessing</vt:lpstr>
      <vt:lpstr>Model Training &amp; Evaluation</vt:lpstr>
      <vt:lpstr>Best Model &amp; Pickling</vt:lpstr>
      <vt:lpstr>Streamlit Web Application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GOTTEMUKKULA</cp:lastModifiedBy>
  <cp:revision>2</cp:revision>
  <dcterms:created xsi:type="dcterms:W3CDTF">2013-01-27T09:14:16Z</dcterms:created>
  <dcterms:modified xsi:type="dcterms:W3CDTF">2026-07-17T04:02:29Z</dcterms:modified>
  <cp:category/>
</cp:coreProperties>
</file>